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nombre: la minga es la tradición andina del trabajo comunitario — muchas manos levantan lo que una sola no puede. Eso es Minga, ahora con tecnología. Hoy mostramos una pieza real funcionando sobre Stellar: pagos en escrow a proveedores.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muros se refuerzan entre sí: sin registro no hay crédito, sin crédito no hay crecimiento, sin crecimiento el negocio cierra. Minga rompe el círculo por su punto más débil.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Resolvé la vida hoy (saber si ganás plata), construí el futuro en silencio (la reputación que desbloquea el crédito se acumula sola). Y lo que generan los usuarios, vuelve a los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flujo es la funcionalidad 5.5 y la Fase 4 de nuestro roadmap: lo más avanzado de la visión, funcionando ya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integración del Integration Track es Stellar Wallets Kit (categoría Wallet Integration). Es fundamental: sin la firma del usuario no hay escrow ni liberación de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abrir stellar.expert y enseñar la transacción de confirm_delivery con el balance del proveedor subiendo. Este es el momento que separa a Minga de los proyectos que solo lo mencionan.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de fondo: el valor que generan los comerciantes vuelve a los comerciantes, no se concentra en una marca o un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Construimos en orden de prioridad: primero lo que hace que la gente adopte, después lo que la engancha, por último el modelo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fuerza y con el corazón: esto es por el sustento de muchas familias, incluidas las nuestras. Con buena tecnología podemos desarrollar algo increíble.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3D3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1C3D39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914400"/>
            <a:ext cx="914400" cy="91440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Minga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75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viva, descentralizada y de todos.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escrow para las economías invisibles de América Latina — sobre Stellar.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Cintia Venecia · Mariela Caminos · Cristina Soto · Lourdes Gimenez Bravo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Salta, Argentina · 2026 · Stellar Pulso Hackathon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económico no los 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 nace de una historia real: su fundador invirtió todos sus ahorros en una panadería que tuvo que cerrar. No por falta de esfuerzo — por falta de oportunidad. Es la vida de millones de pequeños comercios en América Latina, que enfrentan cuatro muros a la vez: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770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Invisibilidad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22783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verificable de su actividad. Para un banco, el negocio no existe.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788920"/>
            <a:ext cx="548640" cy="54864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770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Exclusión financiera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322783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formal no hay crédito. Sin crédito no se crece ni se sobrevive a un mal mes.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709160"/>
            <a:ext cx="548640" cy="54864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690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Ceguera de ganancia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148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Venden, pero no saben si ganan. La inflación y los costos ocultos se comen el margen.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4348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709160"/>
            <a:ext cx="548640" cy="54864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4690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5148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Negocian solos contra proveedores. No tienen datos para saber si pagan de más.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operativo económico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 toma la actividad real de cualquier microemprendedor y la convierte en tres activos que el sistema tradicional le niega: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322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DAC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6032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y reputación propias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historial no vive en un banco que puede negarle servicio: vive en una credencial portable que es suya.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9600" y="2240280"/>
            <a:ext cx="3322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DAC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9640" y="256032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4739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39640" y="333756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sin banco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9640" y="402336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inventario y su constancia se vuelven garantía y puntaje para microcréditos en moneda estable.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9120" y="2240280"/>
            <a:ext cx="3322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DAC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9160" y="256032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85191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19160" y="333756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colectivo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19160" y="402336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precios de la comunidad les dan poder de negociación — y el valor vuelve a ellos.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que no se negocia:  </a:t>
            </a:r>
            <a:pPr indent="0" marL="0">
              <a:buNone/>
            </a:pPr>
            <a:r>
              <a:rPr lang="en-US" sz="1400" i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nunca toca la blockchain. Habla, saca fotos, recibe mensajes. La tecnología trabaja invisible por detrás.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PARA EL HACKATHON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 en escrow a proveedores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el flujo donde la blockchain no es un adorno sino imprescindible: garantizar un pago entre dos partes que no se conocen.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Rosa, almacenera en Salta, le pide mercadería a un proveedor nuevo.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pagar por adelantado (y arriesgarse) o después (y que no le confíen), Minga bloquea el pago en un contrato.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ve el pago garantizado y entrega la mercadería.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1206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confirma la entrega desde la app y el pago se libera solo.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0" y="20116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1530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92440" y="2468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“Pedido confirmado,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enviado.”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92440" y="4114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Rosa ni el proveedor necesitan entender qué es blockchain. Solo ven que el dinero llegó cuando tenía que llegar.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contrato de escrow en Soroban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Rosa bloquea el pago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XLM sale de su wallet y queda custodiado por el contrato.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create_escrow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2968" y="31089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538728" y="21945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13048" y="246888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proveedor entrega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7328" y="36118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on-chain que el pago está garantizado antes de mover mercadería.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67328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71616" y="31089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437376" y="21945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11696" y="2468880"/>
            <a:ext cx="502920" cy="50292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0" name="Text 18"/>
          <p:cNvSpPr/>
          <p:nvPr/>
        </p:nvSpPr>
        <p:spPr>
          <a:xfrm>
            <a:off x="671169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65976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Rosa confirma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65976" y="36118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ella puede liberar el pago, desde la app.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65976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confirm_delivery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70264" y="31089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336024" y="21945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10344" y="2468880"/>
            <a:ext cx="502920" cy="5029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5"/>
          <p:cNvSpPr/>
          <p:nvPr/>
        </p:nvSpPr>
        <p:spPr>
          <a:xfrm>
            <a:off x="9610344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64624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contrato paga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64624" y="36118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XLM se transfiere automáticamente al proveedor.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64624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liberado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indent="0" marL="0">
              <a:buNone/>
            </a:pPr>
            <a:r>
              <a:rPr lang="en-US" sz="13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en Soroban (Rust) · Stellar Wallets Kit (firma multi-wallet) · React + TypeScript · red Testnet.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ON-CHAIN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promesa en una diapositiva. Está corriendo.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22320" cy="2103120"/>
          </a:xfrm>
          <a:prstGeom prst="roundRect">
            <a:avLst>
              <a:gd name="adj" fmla="val 4348"/>
            </a:avLst>
          </a:prstGeom>
          <a:solidFill>
            <a:srgbClr val="1C3D3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reales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crear escrow + liberar pago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9600" y="1920240"/>
            <a:ext cx="3322320" cy="2103120"/>
          </a:xfrm>
          <a:prstGeom prst="roundRect">
            <a:avLst>
              <a:gd name="adj" fmla="val 4348"/>
            </a:avLst>
          </a:prstGeom>
          <a:solidFill>
            <a:srgbClr val="1C3D39"/>
          </a:solidFill>
          <a:ln/>
        </p:spPr>
      </p:sp>
      <p:sp>
        <p:nvSpPr>
          <p:cNvPr id="9" name="Text 7"/>
          <p:cNvSpPr/>
          <p:nvPr/>
        </p:nvSpPr>
        <p:spPr>
          <a:xfrm>
            <a:off x="4693920" y="224028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 XLM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93920" y="31089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movidos on-chain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3920" y="347472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contrato a la wallet del proveedor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9120" y="1920240"/>
            <a:ext cx="3322320" cy="2103120"/>
          </a:xfrm>
          <a:prstGeom prst="roundRect">
            <a:avLst>
              <a:gd name="adj" fmla="val 4348"/>
            </a:avLst>
          </a:prstGeom>
          <a:solidFill>
            <a:srgbClr val="1C3D39"/>
          </a:solidFill>
          <a:ln/>
        </p:spPr>
      </p:sp>
      <p:sp>
        <p:nvSpPr>
          <p:cNvPr id="13" name="Text 11"/>
          <p:cNvSpPr/>
          <p:nvPr/>
        </p:nvSpPr>
        <p:spPr>
          <a:xfrm>
            <a:off x="8473440" y="224028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D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→ liberado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73440" y="31089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verificable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3440" y="347472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consultable por cualquiera en la 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F242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262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(Stellar Testnet):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D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CCYCSIXOT4XBMEGE2AQUMHZ2JKURZXRKB6MH7DFFQCDCZQGSL3MX2W5N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 en stellar.expert · evidencia completa en DESPLIEGUE-TESTNET.md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NOS DIFERENCIAMOS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app de inventario con cripto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Fintech tradicional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historial bancario que ellos no tienen. Los rechaza.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de inventario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Registran, pero los datos quedan en la empresa, no generan crédito ni poder.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977640"/>
            <a:ext cx="640080" cy="6400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Minga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461772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portable que el usuario posee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respaldado por su propio inventario, sin banco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Data-to-earn: el valor de los datos vuelve a la comunidad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garantizados entre partes que no se conocen (ya funcionando)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Adopción primero, modelo de negocio al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1530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+ prototipo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tocable para comerciantes de Salta.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71216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54096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54096" y="25603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 gratuito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54096" y="333756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por voz/foto + inventario + semáforo de ganancia.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2352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85232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25603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85232" y="333756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referencia y asistente por WhatsApp. Multi-rubro.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33488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16368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16368" y="25603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blockchain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16368" y="333756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on-chain, wallet invisible, primeros microcréditos.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64624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1530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47504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47504" y="25603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completa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47504" y="333756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programables, escrow y data-to-earn a escala.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en Fase 0  </a:t>
            </a:r>
            <a:pPr indent="0" marL="0">
              <a:buNone/>
            </a:pPr>
            <a:r>
              <a:rPr lang="en-US" sz="1400" i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 el escrow de la Fase 4 ya está demostrado on-chain. Probamos que la visión es construible.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C3D3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“Muchas manos levantan lo que una sola no puede.”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5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Eso es una minga.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Validamos con comerciantes reales de Salta a través de entrevistas de descubrimiento, y construimos sobre Stellar para que la tecnología cambie las reglas a su favor — no como adorno, sino como motor.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Cintia Venecia · Mariela Caminos · Cristina Soto · Lourdes Gimenez Bravo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Salta, Argentina · Stellar Pulso Hackathon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Minga — Pitch Stellar Pulso</dc:title>
  <dc:subject>PptxGenJS Presentation</dc:subject>
  <dc:creator>Minga</dc:creator>
  <cp:lastModifiedBy>Minga</cp:lastModifiedBy>
  <cp:revision>1</cp:revision>
  <dcterms:created xsi:type="dcterms:W3CDTF">2026-06-26T02:01:40Z</dcterms:created>
  <dcterms:modified xsi:type="dcterms:W3CDTF">2026-06-26T02:01:40Z</dcterms:modified>
</cp:coreProperties>
</file>