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nombre: la minga es la tradición andina del trabajo comunitario — muchas manos levantan lo que una sola no puede. Eso es Minga, ahora con tecnología. Hoy mostramos una pieza real funcionando sobre Stellar: pagos en escrow a proveedores.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muros se refuerzan entre sí: sin registro no hay crédito, sin crédito no hay crecimiento, sin crecimiento el negocio cierra. Minga rompe el círculo por su punto más débil.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Resolvé la vida hoy (saber si ganás plata), construí el futuro en silencio (la reputación que desbloquea el crédito se acumula sola). Y lo que generan los usuarios, vuelve a los usuarios.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flujo es la funcionalidad 5.5 y la Fase 4 de nuestro roadmap: lo más avanzado de la visión, funcionando ya hoy.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integración del Integration Track es Stellar Wallets Kit (categoría Wallet Integration). Es fundamental: sin la firma del usuario no hay escrow ni liberación de pago.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en vivo: abrir stellar.expert y enseñar la transacción de confirm_delivery con el balance del proveedor subiendo. Este es el momento que separa a Minga de los proyectos que solo lo mencionan.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diferencia de fondo: el valor que generan los comerciantes vuelve a los comerciantes, no se concentra en una marca o un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Construimos en orden de prioridad: primero lo que hace que la gente adopte, después lo que la engancha, por último el modelo de negocio.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fuerza y con el corazón: esto es por el sustento de muchas familias, incluidas las nuestras. Con buena tecnología podemos desarrollar algo increíble.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3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1C3D39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1C3D39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914400"/>
            <a:ext cx="914400" cy="91440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5" name="Text 3"/>
          <p:cNvSpPr/>
          <p:nvPr/>
        </p:nvSpPr>
        <p:spPr>
          <a:xfrm>
            <a:off x="10881360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Minga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75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Economía viva, descentralizada y de todos.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en escrow para las economías invisibles de América Latina — sobre Stellar.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6692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Cintia Venecia · Ivon Fernández · Mariela Caminos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Salta, Argentina · 2026 · Stellar Pulso Hackathon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económico no los 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Minga nace de una historia real: su fundador invirtió todos sus ahorros en una panadería que tuvo que cerrar. No por falta de esfuerzo — por falta de oportunidad. Es la vida de millones de pequeños comercios en América Latina, que enfrentan cuatro muros a la vez: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788920"/>
            <a:ext cx="548640" cy="54864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00200" y="27706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Invisibilidad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22783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registro verificable de su actividad. Para un banco, el negocio no existe.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51460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0" y="2788920"/>
            <a:ext cx="548640" cy="54864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69480" y="27706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Exclusión financiera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269480" y="322783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historial formal no hay crédito. Sin crédito no se crece ni se sobrevive a un mal mes.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43484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709160"/>
            <a:ext cx="548640" cy="54864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00200" y="469087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Ceguera de ganancia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514807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Venden, pero no saben si ganan. La inflación y los costos ocultos se comen el margen.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443484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83680" y="4709160"/>
            <a:ext cx="548640" cy="54864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269480" y="469087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Aislamiento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269480" y="514807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Negocian solos contra proveedores. No tienen datos para saber si pagan de más.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operativo económico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Minga toma la actividad real de cualquier microemprendedor y la convierte en tres activos que el sistema tradicional le niega: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322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DAC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560320"/>
            <a:ext cx="640080" cy="64008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33756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Identidad y reputación propias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023360"/>
            <a:ext cx="268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historial no vive en un banco que puede negarle servicio: vive en una credencial portable que es suya.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19600" y="2240280"/>
            <a:ext cx="3322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DAC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39640" y="2560320"/>
            <a:ext cx="640080" cy="64008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2" name="Text 10"/>
          <p:cNvSpPr/>
          <p:nvPr/>
        </p:nvSpPr>
        <p:spPr>
          <a:xfrm>
            <a:off x="473964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39640" y="333756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Crédito sin banco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39640" y="4023360"/>
            <a:ext cx="268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inventario y su constancia se vuelven garantía y puntaje para microcréditos en moneda estable.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99120" y="2240280"/>
            <a:ext cx="3322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2DAC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19160" y="2560320"/>
            <a:ext cx="640080" cy="64008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7" name="Text 15"/>
          <p:cNvSpPr/>
          <p:nvPr/>
        </p:nvSpPr>
        <p:spPr>
          <a:xfrm>
            <a:off x="851916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519160" y="333756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Poder colectivo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19160" y="4023360"/>
            <a:ext cx="268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de precios de la comunidad les dan poder de negociación — y el valor vuelve a ellos.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que no se negocia:  </a:t>
            </a:r>
            <a:pPr indent="0" marL="0">
              <a:buNone/>
            </a:pPr>
            <a:r>
              <a:rPr lang="en-US" sz="14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nunca toca la blockchain. Habla, saca fotos, recibe mensajes. La tecnología trabaja invisible por detrás.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CONSTRUIMOS PARA EL HACKATHON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Pagos en escrow a proveedores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el flujo donde la blockchain no es un adorno sino imprescindible: garantizar un pago entre dos partes que no se conocen.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51460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Rosa, almacenera en Salta, le pide mercadería a un proveedor nuevo.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502920" cy="50292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338328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pagar por adelantado (y arriesgarse) o después (y que no le confíen), Minga bloquea el pago en un contrato.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297680"/>
            <a:ext cx="502920" cy="50292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425196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proveedor ve el pago garantizado y entrega la mercadería.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166360"/>
            <a:ext cx="502920" cy="50292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5166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512064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 confirma la entrega desde la app y el pago se libera solo.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772400" y="2011680"/>
            <a:ext cx="3749040" cy="4023360"/>
          </a:xfrm>
          <a:prstGeom prst="roundRect">
            <a:avLst>
              <a:gd name="adj" fmla="val 2439"/>
            </a:avLst>
          </a:prstGeom>
          <a:solidFill>
            <a:srgbClr val="15302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92440" y="24688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“Pedido confirmado,</a:t>
            </a:r>
            <a:endParaRPr lang="en-US" sz="2600" dirty="0"/>
          </a:p>
          <a:p>
            <a:pPr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pago enviado.”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092440" y="411480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Rosa ni el proveedor necesitan entender qué es blockchain. Solo ven que el dinero llegó cuando tenía que llegar.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contrato de escrow en Soroban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468880"/>
            <a:ext cx="502920" cy="50292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31089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Rosa bloquea el pago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XLM sale de su wallet y queda custodiado por el contrato.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create_escrow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72968" y="3108960"/>
            <a:ext cx="384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538728" y="219456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13048" y="2468880"/>
            <a:ext cx="502920" cy="50292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3" name="Text 11"/>
          <p:cNvSpPr/>
          <p:nvPr/>
        </p:nvSpPr>
        <p:spPr>
          <a:xfrm>
            <a:off x="3813048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1089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proveedor entrega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67328" y="361188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on-chain que el pago está garantizado antes de mover mercadería.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767328" y="4480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entrega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71616" y="3108960"/>
            <a:ext cx="384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6437376" y="219456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11696" y="2468880"/>
            <a:ext cx="502920" cy="50292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20" name="Text 18"/>
          <p:cNvSpPr/>
          <p:nvPr/>
        </p:nvSpPr>
        <p:spPr>
          <a:xfrm>
            <a:off x="6711696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65976" y="31089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Rosa confirma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65976" y="361188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ella puede liberar el pago, desde la app.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65976" y="4480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confirm_delivery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970264" y="3108960"/>
            <a:ext cx="384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9336024" y="219456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610344" y="2468880"/>
            <a:ext cx="502920" cy="50292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7" name="Text 25"/>
          <p:cNvSpPr/>
          <p:nvPr/>
        </p:nvSpPr>
        <p:spPr>
          <a:xfrm>
            <a:off x="9610344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564624" y="31089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contrato paga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564624" y="361188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XLM se transfiere automáticamente al proveedor.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564624" y="4480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5B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liberado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 </a:t>
            </a:r>
            <a:pPr indent="0" marL="0">
              <a:buNone/>
            </a:pPr>
            <a:r>
              <a:rPr lang="en-US" sz="13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 en Soroban (Rust) · Stellar Wallets Kit (firma multi-wallet) · React + TypeScript · red Testnet.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3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ON-CHAIN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una promesa en una diapositiva. Está corriendo.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22320" cy="2103120"/>
          </a:xfrm>
          <a:prstGeom prst="roundRect">
            <a:avLst>
              <a:gd name="adj" fmla="val 4348"/>
            </a:avLst>
          </a:prstGeom>
          <a:solidFill>
            <a:srgbClr val="1C3D3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240280"/>
            <a:ext cx="277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FD9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reales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+ crear escrow + liberar pago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19600" y="1920240"/>
            <a:ext cx="3322320" cy="2103120"/>
          </a:xfrm>
          <a:prstGeom prst="roundRect">
            <a:avLst>
              <a:gd name="adj" fmla="val 4348"/>
            </a:avLst>
          </a:prstGeom>
          <a:solidFill>
            <a:srgbClr val="1C3D39"/>
          </a:solidFill>
          <a:ln/>
        </p:spPr>
      </p:sp>
      <p:sp>
        <p:nvSpPr>
          <p:cNvPr id="9" name="Text 7"/>
          <p:cNvSpPr/>
          <p:nvPr/>
        </p:nvSpPr>
        <p:spPr>
          <a:xfrm>
            <a:off x="4693920" y="2240280"/>
            <a:ext cx="277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FD9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 XLM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93920" y="310896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movidos on-chain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93920" y="347472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contrato a la wallet del proveedor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99120" y="1920240"/>
            <a:ext cx="3322320" cy="2103120"/>
          </a:xfrm>
          <a:prstGeom prst="roundRect">
            <a:avLst>
              <a:gd name="adj" fmla="val 4348"/>
            </a:avLst>
          </a:prstGeom>
          <a:solidFill>
            <a:srgbClr val="1C3D39"/>
          </a:solidFill>
          <a:ln/>
        </p:spPr>
      </p:sp>
      <p:sp>
        <p:nvSpPr>
          <p:cNvPr id="13" name="Text 11"/>
          <p:cNvSpPr/>
          <p:nvPr/>
        </p:nvSpPr>
        <p:spPr>
          <a:xfrm>
            <a:off x="8473440" y="2240280"/>
            <a:ext cx="277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FD9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pendiente → liberado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73440" y="310896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verificable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73440" y="3474720"/>
            <a:ext cx="277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consultable por cualquiera en la red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434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0F2422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52628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(Stellar Testnet):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D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CCYCSIXOT4XBMEGE2AQUMHZ2JKURZXRKB6MH7DFFQCDCZQGSL3MX2W5N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Verificable en stellar.expert · evidencia completa en DESPLIEGUE-TESTNET.md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NOS DIFERENCIAMOS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una app de inventario con cripto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A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Fintech tradicional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931920" y="16916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historial bancario que ellos no tienen. Los rechaza.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A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Apps de inventario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931920" y="26060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Registran, pero los datos quedan en la empresa, no generan crédito ni poder.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3977640"/>
            <a:ext cx="640080" cy="640080"/>
          </a:xfrm>
          <a:prstGeom prst="ellipse">
            <a:avLst/>
          </a:prstGeom>
          <a:solidFill>
            <a:srgbClr val="C75B39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Minga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4617720"/>
            <a:ext cx="9966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Reputación portable que el usuario posee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respaldado por su propio inventario, sin banco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Data-to-earn: el valor de los datos vuelve a la comunidad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garantizados entre partes que no se conocen (ya funcionando)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Adopción primero, modelo de negocio al final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956816" cy="2743200"/>
          </a:xfrm>
          <a:prstGeom prst="roundRect">
            <a:avLst>
              <a:gd name="adj" fmla="val 3738"/>
            </a:avLst>
          </a:prstGeom>
          <a:solidFill>
            <a:srgbClr val="15302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Visión + prototipo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15910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tocable para comerciantes de Salta.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71216" y="1920240"/>
            <a:ext cx="1956816" cy="2743200"/>
          </a:xfrm>
          <a:prstGeom prst="roundRect">
            <a:avLst>
              <a:gd name="adj" fmla="val 3738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54096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54096" y="256032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gratuito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54096" y="3337560"/>
            <a:ext cx="15910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voz/foto + inventario + semáforo de ganancia.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02352" y="1920240"/>
            <a:ext cx="1956816" cy="2743200"/>
          </a:xfrm>
          <a:prstGeom prst="roundRect">
            <a:avLst>
              <a:gd name="adj" fmla="val 3738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85232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85232" y="256032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Comunidad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85232" y="3337560"/>
            <a:ext cx="15910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de referencia y asistente por WhatsApp. Multi-rubro.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33488" y="1920240"/>
            <a:ext cx="1956816" cy="2743200"/>
          </a:xfrm>
          <a:prstGeom prst="roundRect">
            <a:avLst>
              <a:gd name="adj" fmla="val 3738"/>
            </a:avLst>
          </a:prstGeom>
          <a:solidFill>
            <a:srgbClr val="F1EDE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16368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516368" y="256032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 blockchain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516368" y="3337560"/>
            <a:ext cx="15910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Reputación on-chain, wallet invisible, primeros microcréditos.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564624" y="1920240"/>
            <a:ext cx="1956816" cy="2743200"/>
          </a:xfrm>
          <a:prstGeom prst="roundRect">
            <a:avLst>
              <a:gd name="adj" fmla="val 3738"/>
            </a:avLst>
          </a:prstGeom>
          <a:solidFill>
            <a:srgbClr val="15302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47504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5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747504" y="256032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Economía completa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747504" y="3337560"/>
            <a:ext cx="15910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programables, escrow y data-to-earn a escala.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4983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 en Fase 0  </a:t>
            </a:r>
            <a:pPr indent="0" marL="0">
              <a:buNone/>
            </a:pPr>
            <a:r>
              <a:rPr lang="en-US" sz="14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y el escrow de la Fase 4 ya está demostrado on-chain. Probamos que la visión es construible.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3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206240" cy="4206240"/>
          </a:xfrm>
          <a:prstGeom prst="ellipse">
            <a:avLst/>
          </a:prstGeom>
          <a:solidFill>
            <a:srgbClr val="1C3D3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“Muchas manos levantan lo que una sola no puede.”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5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Eso es una minga.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Validamos con comerciantes reales de Salta a través de entrevistas de descubrimiento, y construimos sobre Stellar para que la tecnología cambie las reglas a su favor — no como adorno, sino como motor.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Minga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Cintia Venecia · Ivon Fernández · Mariela Caminos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Salta, Argentina · Stellar Pulso Hackathon 2026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Minga — Pitch Stellar Pulso</dc:title>
  <dc:subject>PptxGenJS Presentation</dc:subject>
  <dc:creator>Minga</dc:creator>
  <cp:lastModifiedBy>Minga</cp:lastModifiedBy>
  <cp:revision>1</cp:revision>
  <dcterms:created xsi:type="dcterms:W3CDTF">2026-06-24T23:58:23Z</dcterms:created>
  <dcterms:modified xsi:type="dcterms:W3CDTF">2026-06-24T23:58:23Z</dcterms:modified>
</cp:coreProperties>
</file>